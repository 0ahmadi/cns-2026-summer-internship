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8288000" cy="10287000"/>
  <p:notesSz cx="6858000" cy="9144000"/>
  <p:embeddedFontLst>
    <p:embeddedFont>
      <p:font typeface="Barlow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97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58913" y="4051987"/>
            <a:ext cx="11734800" cy="1336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b="1" spc="2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Dataset</a:t>
            </a:r>
            <a:r>
              <a:rPr lang="en-US" sz="2600" spc="2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: Allen Institute Neuropixels – 118 images, 4 visual areas</a:t>
            </a:r>
            <a:br>
              <a:rPr lang="fa-IR" sz="2600" spc="2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</a:br>
            <a:endParaRPr lang="en-US" sz="2600" spc="28" dirty="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indent="-457200" algn="l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600" b="1" spc="2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Approach</a:t>
            </a:r>
            <a:r>
              <a:rPr lang="en-US" sz="2600" spc="2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: RSA (AlexNet vs Brain) + custom architectures</a:t>
            </a:r>
          </a:p>
        </p:txBody>
      </p:sp>
      <p:sp>
        <p:nvSpPr>
          <p:cNvPr id="4" name="Freeform 4"/>
          <p:cNvSpPr/>
          <p:nvPr/>
        </p:nvSpPr>
        <p:spPr>
          <a:xfrm>
            <a:off x="13480266" y="151858"/>
            <a:ext cx="4807734" cy="3119017"/>
          </a:xfrm>
          <a:custGeom>
            <a:avLst/>
            <a:gdLst/>
            <a:ahLst/>
            <a:cxnLst/>
            <a:rect l="l" t="t" r="r" b="b"/>
            <a:pathLst>
              <a:path w="6687040" h="4338217">
                <a:moveTo>
                  <a:pt x="0" y="0"/>
                </a:moveTo>
                <a:lnTo>
                  <a:pt x="6687041" y="0"/>
                </a:lnTo>
                <a:lnTo>
                  <a:pt x="6687041" y="4338218"/>
                </a:lnTo>
                <a:lnTo>
                  <a:pt x="0" y="4338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21794" y="7618250"/>
            <a:ext cx="4601144" cy="4509121"/>
          </a:xfrm>
          <a:custGeom>
            <a:avLst/>
            <a:gdLst/>
            <a:ahLst/>
            <a:cxnLst/>
            <a:rect l="l" t="t" r="r" b="b"/>
            <a:pathLst>
              <a:path w="5640703" h="5527889">
                <a:moveTo>
                  <a:pt x="0" y="0"/>
                </a:moveTo>
                <a:lnTo>
                  <a:pt x="5640703" y="0"/>
                </a:lnTo>
                <a:lnTo>
                  <a:pt x="5640703" y="5527889"/>
                </a:lnTo>
                <a:lnTo>
                  <a:pt x="0" y="5527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66479" y="-2402334"/>
            <a:ext cx="5462613" cy="4459479"/>
          </a:xfrm>
          <a:custGeom>
            <a:avLst/>
            <a:gdLst/>
            <a:ahLst/>
            <a:cxnLst/>
            <a:rect l="l" t="t" r="r" b="b"/>
            <a:pathLst>
              <a:path w="6181393" h="5046265">
                <a:moveTo>
                  <a:pt x="0" y="0"/>
                </a:moveTo>
                <a:lnTo>
                  <a:pt x="6181394" y="0"/>
                </a:lnTo>
                <a:lnTo>
                  <a:pt x="6181394" y="5046265"/>
                </a:lnTo>
                <a:lnTo>
                  <a:pt x="0" y="50462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629400" y="-669404"/>
            <a:ext cx="4235634" cy="1945437"/>
          </a:xfrm>
          <a:custGeom>
            <a:avLst/>
            <a:gdLst/>
            <a:ahLst/>
            <a:cxnLst/>
            <a:rect l="l" t="t" r="r" b="b"/>
            <a:pathLst>
              <a:path w="5035683" h="2312901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6092840">
            <a:off x="-688823" y="7714956"/>
            <a:ext cx="4308401" cy="3540723"/>
          </a:xfrm>
          <a:custGeom>
            <a:avLst/>
            <a:gdLst/>
            <a:ahLst/>
            <a:cxnLst/>
            <a:rect l="l" t="t" r="r" b="b"/>
            <a:pathLst>
              <a:path w="6105575" h="5017673">
                <a:moveTo>
                  <a:pt x="0" y="0"/>
                </a:moveTo>
                <a:lnTo>
                  <a:pt x="6105576" y="0"/>
                </a:lnTo>
                <a:lnTo>
                  <a:pt x="6105576" y="5017673"/>
                </a:lnTo>
                <a:lnTo>
                  <a:pt x="0" y="50176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479998">
            <a:off x="4889067" y="9024066"/>
            <a:ext cx="4838336" cy="2222259"/>
          </a:xfrm>
          <a:custGeom>
            <a:avLst/>
            <a:gdLst/>
            <a:ahLst/>
            <a:cxnLst/>
            <a:rect l="l" t="t" r="r" b="b"/>
            <a:pathLst>
              <a:path w="6113794" h="2808080">
                <a:moveTo>
                  <a:pt x="0" y="0"/>
                </a:moveTo>
                <a:lnTo>
                  <a:pt x="6113793" y="0"/>
                </a:lnTo>
                <a:lnTo>
                  <a:pt x="6113793" y="2808080"/>
                </a:lnTo>
                <a:lnTo>
                  <a:pt x="0" y="2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A7298-7208-4770-B0D9-FDEE213C8BF2}"/>
              </a:ext>
            </a:extLst>
          </p:cNvPr>
          <p:cNvSpPr txBox="1"/>
          <p:nvPr/>
        </p:nvSpPr>
        <p:spPr>
          <a:xfrm>
            <a:off x="2286000" y="2057145"/>
            <a:ext cx="96012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Semantic NN-Brain Comparison</a:t>
            </a:r>
            <a:endParaRPr lang="en-US" sz="40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62F7F1E-BB5F-4D19-BF65-B8AA5FA3D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8" y="634253"/>
            <a:ext cx="18205663" cy="9018494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EF7BA868-4E34-4112-AE3C-6C605BEDB672}"/>
              </a:ext>
            </a:extLst>
          </p:cNvPr>
          <p:cNvSpPr/>
          <p:nvPr/>
        </p:nvSpPr>
        <p:spPr>
          <a:xfrm>
            <a:off x="15468600" y="-266700"/>
            <a:ext cx="4320587" cy="2802981"/>
          </a:xfrm>
          <a:custGeom>
            <a:avLst/>
            <a:gdLst/>
            <a:ahLst/>
            <a:cxnLst/>
            <a:rect l="l" t="t" r="r" b="b"/>
            <a:pathLst>
              <a:path w="5743110" h="3725843">
                <a:moveTo>
                  <a:pt x="0" y="0"/>
                </a:moveTo>
                <a:lnTo>
                  <a:pt x="5743110" y="0"/>
                </a:lnTo>
                <a:lnTo>
                  <a:pt x="5743110" y="3725843"/>
                </a:lnTo>
                <a:lnTo>
                  <a:pt x="0" y="3725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15342324" y="9124950"/>
            <a:ext cx="4320587" cy="2802981"/>
          </a:xfrm>
          <a:custGeom>
            <a:avLst/>
            <a:gdLst/>
            <a:ahLst/>
            <a:cxnLst/>
            <a:rect l="l" t="t" r="r" b="b"/>
            <a:pathLst>
              <a:path w="5743110" h="3725843">
                <a:moveTo>
                  <a:pt x="0" y="0"/>
                </a:moveTo>
                <a:lnTo>
                  <a:pt x="5743110" y="0"/>
                </a:lnTo>
                <a:lnTo>
                  <a:pt x="5743110" y="3725843"/>
                </a:lnTo>
                <a:lnTo>
                  <a:pt x="0" y="3725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992600" y="3411523"/>
            <a:ext cx="2228981" cy="2184401"/>
          </a:xfrm>
          <a:custGeom>
            <a:avLst/>
            <a:gdLst/>
            <a:ahLst/>
            <a:cxnLst/>
            <a:rect l="l" t="t" r="r" b="b"/>
            <a:pathLst>
              <a:path w="5640703" h="5527889">
                <a:moveTo>
                  <a:pt x="0" y="0"/>
                </a:moveTo>
                <a:lnTo>
                  <a:pt x="5640703" y="0"/>
                </a:lnTo>
                <a:lnTo>
                  <a:pt x="5640703" y="5527889"/>
                </a:lnTo>
                <a:lnTo>
                  <a:pt x="0" y="5527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116607" y="-868944"/>
            <a:ext cx="2493993" cy="2036005"/>
          </a:xfrm>
          <a:custGeom>
            <a:avLst/>
            <a:gdLst/>
            <a:ahLst/>
            <a:cxnLst/>
            <a:rect l="l" t="t" r="r" b="b"/>
            <a:pathLst>
              <a:path w="3567806" h="2912627">
                <a:moveTo>
                  <a:pt x="0" y="0"/>
                </a:moveTo>
                <a:lnTo>
                  <a:pt x="3567805" y="0"/>
                </a:lnTo>
                <a:lnTo>
                  <a:pt x="3567805" y="2912626"/>
                </a:lnTo>
                <a:lnTo>
                  <a:pt x="0" y="29126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79291" y="-685801"/>
            <a:ext cx="3417418" cy="1569628"/>
          </a:xfrm>
          <a:custGeom>
            <a:avLst/>
            <a:gdLst/>
            <a:ahLst/>
            <a:cxnLst/>
            <a:rect l="l" t="t" r="r" b="b"/>
            <a:pathLst>
              <a:path w="5035683" h="2312901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289741">
            <a:off x="-1481744" y="-162593"/>
            <a:ext cx="2538479" cy="2086168"/>
          </a:xfrm>
          <a:custGeom>
            <a:avLst/>
            <a:gdLst/>
            <a:ahLst/>
            <a:cxnLst/>
            <a:rect l="l" t="t" r="r" b="b"/>
            <a:pathLst>
              <a:path w="4540400" h="3731383">
                <a:moveTo>
                  <a:pt x="0" y="0"/>
                </a:moveTo>
                <a:lnTo>
                  <a:pt x="4540400" y="0"/>
                </a:lnTo>
                <a:lnTo>
                  <a:pt x="4540400" y="3731383"/>
                </a:lnTo>
                <a:lnTo>
                  <a:pt x="0" y="37313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0479998">
            <a:off x="3856175" y="9347569"/>
            <a:ext cx="4700128" cy="2158780"/>
          </a:xfrm>
          <a:custGeom>
            <a:avLst/>
            <a:gdLst/>
            <a:ahLst/>
            <a:cxnLst/>
            <a:rect l="l" t="t" r="r" b="b"/>
            <a:pathLst>
              <a:path w="6113794" h="2808080">
                <a:moveTo>
                  <a:pt x="0" y="0"/>
                </a:moveTo>
                <a:lnTo>
                  <a:pt x="6113794" y="0"/>
                </a:lnTo>
                <a:lnTo>
                  <a:pt x="6113794" y="2808080"/>
                </a:lnTo>
                <a:lnTo>
                  <a:pt x="0" y="2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74AB14-827A-4F77-B374-C69E0866BD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1170437"/>
            <a:ext cx="16840200" cy="77516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5966760" y="8012185"/>
            <a:ext cx="4642479" cy="4549629"/>
          </a:xfrm>
          <a:custGeom>
            <a:avLst/>
            <a:gdLst/>
            <a:ahLst/>
            <a:cxnLst/>
            <a:rect l="l" t="t" r="r" b="b"/>
            <a:pathLst>
              <a:path w="5640703" h="5527889">
                <a:moveTo>
                  <a:pt x="0" y="0"/>
                </a:moveTo>
                <a:lnTo>
                  <a:pt x="5640704" y="0"/>
                </a:lnTo>
                <a:lnTo>
                  <a:pt x="5640704" y="5527888"/>
                </a:lnTo>
                <a:lnTo>
                  <a:pt x="0" y="5527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759268" y="-2434405"/>
            <a:ext cx="4708815" cy="3844106"/>
          </a:xfrm>
          <a:custGeom>
            <a:avLst/>
            <a:gdLst/>
            <a:ahLst/>
            <a:cxnLst/>
            <a:rect l="l" t="t" r="r" b="b"/>
            <a:pathLst>
              <a:path w="6181393" h="5046265">
                <a:moveTo>
                  <a:pt x="0" y="0"/>
                </a:moveTo>
                <a:lnTo>
                  <a:pt x="6181394" y="0"/>
                </a:lnTo>
                <a:lnTo>
                  <a:pt x="6181394" y="5046265"/>
                </a:lnTo>
                <a:lnTo>
                  <a:pt x="0" y="5046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32383" y="-739241"/>
            <a:ext cx="3351476" cy="1539341"/>
          </a:xfrm>
          <a:custGeom>
            <a:avLst/>
            <a:gdLst/>
            <a:ahLst/>
            <a:cxnLst/>
            <a:rect l="l" t="t" r="r" b="b"/>
            <a:pathLst>
              <a:path w="5035683" h="2312901">
                <a:moveTo>
                  <a:pt x="0" y="0"/>
                </a:moveTo>
                <a:lnTo>
                  <a:pt x="5035684" y="0"/>
                </a:lnTo>
                <a:lnTo>
                  <a:pt x="5035684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6092840">
            <a:off x="-1589540" y="7613334"/>
            <a:ext cx="3976012" cy="3267559"/>
          </a:xfrm>
          <a:custGeom>
            <a:avLst/>
            <a:gdLst/>
            <a:ahLst/>
            <a:cxnLst/>
            <a:rect l="l" t="t" r="r" b="b"/>
            <a:pathLst>
              <a:path w="6105575" h="5017673">
                <a:moveTo>
                  <a:pt x="0" y="0"/>
                </a:moveTo>
                <a:lnTo>
                  <a:pt x="6105575" y="0"/>
                </a:lnTo>
                <a:lnTo>
                  <a:pt x="6105575" y="5017673"/>
                </a:lnTo>
                <a:lnTo>
                  <a:pt x="0" y="50176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0479998">
            <a:off x="5119035" y="9211455"/>
            <a:ext cx="4683386" cy="2151090"/>
          </a:xfrm>
          <a:custGeom>
            <a:avLst/>
            <a:gdLst/>
            <a:ahLst/>
            <a:cxnLst/>
            <a:rect l="l" t="t" r="r" b="b"/>
            <a:pathLst>
              <a:path w="6113794" h="2808080">
                <a:moveTo>
                  <a:pt x="0" y="0"/>
                </a:moveTo>
                <a:lnTo>
                  <a:pt x="6113794" y="0"/>
                </a:lnTo>
                <a:lnTo>
                  <a:pt x="6113794" y="2808080"/>
                </a:lnTo>
                <a:lnTo>
                  <a:pt x="0" y="2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A65BA4-84C4-4E66-B6BD-BB7E4CB358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936" y="661987"/>
            <a:ext cx="16294127" cy="8963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27</Words>
  <Application>Microsoft Office PowerPoint</Application>
  <PresentationFormat>Custom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Barlow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and Green Playful Neuron Brain Group Project Presentation</dc:title>
  <cp:lastModifiedBy>neo</cp:lastModifiedBy>
  <cp:revision>13</cp:revision>
  <dcterms:created xsi:type="dcterms:W3CDTF">2006-08-16T00:00:00Z</dcterms:created>
  <dcterms:modified xsi:type="dcterms:W3CDTF">2026-08-26T16:28:40Z</dcterms:modified>
  <dc:identifier>DAHTVDTzGog</dc:identifier>
</cp:coreProperties>
</file>